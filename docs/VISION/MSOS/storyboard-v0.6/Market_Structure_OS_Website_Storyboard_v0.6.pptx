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2_command_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3_ppe_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4_confir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5_exec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6_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7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8_updated_comm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sos_storyboard_v06/screenshots/09_concl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Market Structure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Structure OS Website Storyboard v0.6</dc:title>
  <dc:subject>Market Structure OS website storyboard v0.6</dc:subject>
  <dc:creator>OpenAI</dc:creator>
  <cp:lastModifiedBy>OpenAI</cp:lastModifiedBy>
  <cp:revision>1</cp:revision>
  <dcterms:created xsi:type="dcterms:W3CDTF">2026-05-31T13:30:16Z</dcterms:created>
  <dcterms:modified xsi:type="dcterms:W3CDTF">2026-05-31T13:30:16Z</dcterms:modified>
</cp:coreProperties>
</file>